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3E10-16B0-71C7-8AE3-1D9F44243E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Database Connection and messaging System.</a:t>
            </a:r>
            <a:endParaRPr lang="en-I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D216D4-79A8-7E82-1F0F-7DE9C69D2C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0651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2E8ED-ED3B-2D2F-1B5C-26390C643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Plan for semester one.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00B92-7C05-702F-44E8-3F2E32A36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Fully functioning connectivity.</a:t>
            </a:r>
          </a:p>
          <a:p>
            <a:r>
              <a:rPr lang="en-GB" dirty="0"/>
              <a:t>User Accounts.</a:t>
            </a:r>
          </a:p>
          <a:p>
            <a:r>
              <a:rPr lang="en-GB" dirty="0"/>
              <a:t>Messaging System. 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97385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D0E5-2F40-26A6-79F4-C104B342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Database Plan 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9E10E0-D852-A3A1-AF2B-0E6894CD01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340754"/>
            <a:ext cx="8596312" cy="352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82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1AC6-5B60-5CD6-CD9B-07D79B94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Flow Chart for semester one plan.</a:t>
            </a:r>
            <a:endParaRPr lang="en-I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673997-BF2D-F2B1-2619-11E94678D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2431" y="1472904"/>
            <a:ext cx="3723107" cy="477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8280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31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</vt:lpstr>
      <vt:lpstr>Database Connection and messaging System.</vt:lpstr>
      <vt:lpstr>Database Plan for semester one.</vt:lpstr>
      <vt:lpstr>Database Plan </vt:lpstr>
      <vt:lpstr>Flow Chart for semester one plan.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B00164156 Ryan O Connor Mc Carthy</dc:creator>
  <cp:lastModifiedBy>B00164156 Ryan O Connor Mc Carthy</cp:lastModifiedBy>
  <cp:revision>1</cp:revision>
  <dcterms:created xsi:type="dcterms:W3CDTF">2026-01-13T06:00:12Z</dcterms:created>
  <dcterms:modified xsi:type="dcterms:W3CDTF">2026-01-13T06:37:53Z</dcterms:modified>
</cp:coreProperties>
</file>